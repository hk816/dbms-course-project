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Petrona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94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0045"/>
            <a:ext cx="10868745" cy="2480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DESIGN AND IMPLEMENTATION OF A DATABASE MANAGEMENT SYSTEM FOR HEALTH INSURANCE POLICY AND CLAIMS MANAGEMENT SYSTEM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3706515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Team &amp; Course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61475" y="4300041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members: [Anoushka </a:t>
            </a:r>
            <a:r>
              <a:rPr lang="en-US" sz="14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Rojaria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Aaditi </a:t>
            </a:r>
            <a:r>
              <a:rPr lang="en-US" sz="14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Chougule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Hansika Kommareddy]</a:t>
            </a:r>
            <a:endParaRPr lang="en-US" sz="1450" dirty="0"/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 numbers: [2WU0101014, 2WU0101002, 2WU0101060]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Course: [</a:t>
            </a:r>
            <a:r>
              <a:rPr lang="en-US" sz="14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Management Systems]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Faculty: [Dr. Kiran Mayee]</a:t>
            </a:r>
            <a:endParaRPr lang="en-US" sz="14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80FFD-F932-2002-CDAF-8A7A62817194}"/>
              </a:ext>
            </a:extLst>
          </p:cNvPr>
          <p:cNvSpPr/>
          <p:nvPr/>
        </p:nvSpPr>
        <p:spPr>
          <a:xfrm>
            <a:off x="10664890" y="6344816"/>
            <a:ext cx="1527110" cy="513184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2088952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2992636"/>
            <a:ext cx="6296860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 processing spans many entities and records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workflows cause duplication &amp; inconsistent records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Claims are difficult to track across stages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a centralized, auditable database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Intended users: Claim officers | Insurance admins | Customers</a:t>
            </a:r>
            <a:endParaRPr lang="en-US" sz="14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694B4C-D48E-1DA1-C41C-2A236D683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955" y="870855"/>
            <a:ext cx="4680490" cy="51162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72DBD62-A811-F5E3-AE47-79C51257E4A5}"/>
              </a:ext>
            </a:extLst>
          </p:cNvPr>
          <p:cNvSpPr/>
          <p:nvPr/>
        </p:nvSpPr>
        <p:spPr>
          <a:xfrm>
            <a:off x="10664890" y="6344816"/>
            <a:ext cx="1527110" cy="513184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72950" y="2193168"/>
            <a:ext cx="6336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Objectives &amp; Scope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432991" y="3006824"/>
            <a:ext cx="6336745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customers, policies, plans, treatments, premiums, claims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hospitals, documents, assessments, settlements, appeals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 integrity via PK/FK, constraints &amp; indexes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operational &amp; compliance reports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explainable claim decisions (audit trail)</a:t>
            </a:r>
            <a:endParaRPr lang="en-US" sz="1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8287FC-B46C-7FA7-F480-6864813D1BF1}"/>
              </a:ext>
            </a:extLst>
          </p:cNvPr>
          <p:cNvSpPr/>
          <p:nvPr/>
        </p:nvSpPr>
        <p:spPr>
          <a:xfrm>
            <a:off x="10664890" y="6344816"/>
            <a:ext cx="1527110" cy="513184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D3E0ED-A66C-85DC-E0DE-25AB6DDEA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43" y="1851452"/>
            <a:ext cx="5082973" cy="3658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3360" y="2121991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ER Diagram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233360" y="3025676"/>
            <a:ext cx="6296860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Entities: Customer, Policy, Plan, Treatment, Hospital, Claim, etc.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Attributes, PKs and FKs labeled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Relationships: 1:N and M:N (e.g., Plan–Treatment via PlanTreatment)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Participation: total/partial noted for required relationships</a:t>
            </a:r>
            <a:endParaRPr lang="en-US" sz="1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44863A-7D02-7931-CE10-D2C84E893DF6}"/>
              </a:ext>
            </a:extLst>
          </p:cNvPr>
          <p:cNvSpPr/>
          <p:nvPr/>
        </p:nvSpPr>
        <p:spPr>
          <a:xfrm>
            <a:off x="10664890" y="6344816"/>
            <a:ext cx="1527110" cy="513184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CB165E-5DEA-F3A3-9238-E1ECBE051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8417"/>
            <a:ext cx="5193389" cy="49732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32776" y="1131491"/>
            <a:ext cx="5203794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Schema &amp; Normalization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332776" y="2560935"/>
            <a:ext cx="5203794" cy="328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tables: Customer, Plan, Treatment, PlanTreatment, Policy, Dependent, Premium, Payment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Tables continued: Hospital, Claim, ClaimDocument, Assessment, ClaimDecision, DecisionCheck, Settlement, Appeal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PKs, FKs, constraints, and indexes implemented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relations: Customer(CustomerID PK,...); Policy(PolicyID PK, CustomerID FK, PlanID FK,...); Claim(ClaimID PK, PolicyID FK, HospitalID FK,...)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Normalized to 3NF — PlanTreatment resolves M:N</a:t>
            </a:r>
            <a:endParaRPr lang="en-US" sz="1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16001D-9F43-2BA1-2CF2-C880215E4C67}"/>
              </a:ext>
            </a:extLst>
          </p:cNvPr>
          <p:cNvSpPr/>
          <p:nvPr/>
        </p:nvSpPr>
        <p:spPr>
          <a:xfrm>
            <a:off x="10664890" y="6344816"/>
            <a:ext cx="1527110" cy="513184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FE9693-41DD-6684-1E75-6BAEEA814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01" y="80229"/>
            <a:ext cx="3067098" cy="66975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9985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 &amp; Queries (Live Demo)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7844628" y="4136062"/>
            <a:ext cx="4016319" cy="1091413"/>
          </a:xfrm>
          <a:prstGeom prst="roundRect">
            <a:avLst>
              <a:gd name="adj" fmla="val 559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11922" y="4344715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INSERT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942306" y="4742285"/>
            <a:ext cx="3918641" cy="437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Seed: 5+ records per table for demo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828413" y="2601417"/>
            <a:ext cx="4032534" cy="1419027"/>
          </a:xfrm>
          <a:prstGeom prst="roundRect">
            <a:avLst>
              <a:gd name="adj" fmla="val 559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19059" y="2763492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SELECT (JOIN)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011922" y="3262742"/>
            <a:ext cx="36655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Multi-table joins: Policy → Customer → Claim → Hospital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84423" y="5406236"/>
            <a:ext cx="4234409" cy="962461"/>
          </a:xfrm>
          <a:prstGeom prst="roundRect">
            <a:avLst>
              <a:gd name="adj" fmla="val 711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42306" y="5472787"/>
            <a:ext cx="494910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VIEWS &amp; REPORTS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828413" y="5782846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Prebuilt views for dashboards &amp; compliance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66495" y="441521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6555AD-4657-DC21-5309-B2BF0A5063E8}"/>
              </a:ext>
            </a:extLst>
          </p:cNvPr>
          <p:cNvSpPr/>
          <p:nvPr/>
        </p:nvSpPr>
        <p:spPr>
          <a:xfrm>
            <a:off x="10664890" y="6435248"/>
            <a:ext cx="1527110" cy="422752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BCAA69A-5394-54E3-DC58-36DF992D1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50" y="2308225"/>
            <a:ext cx="7245722" cy="38355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1251942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7EBD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★</a:t>
            </a: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Explainable Claim Decision System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2775843"/>
            <a:ext cx="5011537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Flow: Claim → EvaluateClaim stored procedure → five checks → Decision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Checks: Policy validity | Treatment coverage | Coverage availability | Duplicate detection | Document verification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Outcomes: Approve / Manual Verification / Reject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outcome includes a human-readable explanation &amp; audit trail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500122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5179C5-8B81-BC72-142C-CCFABD649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831318"/>
            <a:ext cx="7721997" cy="15494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BAD225-3A16-23C0-D798-F9DAD3389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9377" y="1683529"/>
            <a:ext cx="6277126" cy="288332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EFB2689-7D91-DC0A-5A8C-2BC573309662}"/>
              </a:ext>
            </a:extLst>
          </p:cNvPr>
          <p:cNvSpPr/>
          <p:nvPr/>
        </p:nvSpPr>
        <p:spPr>
          <a:xfrm>
            <a:off x="10664890" y="6344816"/>
            <a:ext cx="1527110" cy="513184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99726" y="766068"/>
            <a:ext cx="6336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UI Demo (Live)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199726" y="1575296"/>
            <a:ext cx="6336745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Flows: Insert → View → Delete → Verify in MySQL → Claim Evaluation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UI actions persist immediately to the database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screens: Dashboard, Insert form, Table view, Claim evaluation panel</a:t>
            </a:r>
            <a:endParaRPr lang="en-US" sz="14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B9A9DA-D3EE-D735-20BC-0DA28AAF9178}"/>
              </a:ext>
            </a:extLst>
          </p:cNvPr>
          <p:cNvSpPr/>
          <p:nvPr/>
        </p:nvSpPr>
        <p:spPr>
          <a:xfrm>
            <a:off x="10664890" y="6344816"/>
            <a:ext cx="1527110" cy="513184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9D9DCB8-D4A4-28B4-2F2D-912729EE1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69" y="1386284"/>
            <a:ext cx="4739951" cy="25032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43E395-C9AD-DCF8-E8E7-C60260309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326" y="4078583"/>
            <a:ext cx="5092128" cy="26192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E2CEF79-C3B1-54E2-C3BE-FDACC2FD2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992" y="3178785"/>
            <a:ext cx="4907902" cy="25827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0345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Reports &amp; Results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26655"/>
            <a:ext cx="884513" cy="5465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2222" y="2126655"/>
            <a:ext cx="192945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Approval Rate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782222" y="2625725"/>
            <a:ext cx="192945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trend &amp; monthly breakdown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915" y="2126655"/>
            <a:ext cx="884513" cy="5465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68661" y="2126655"/>
            <a:ext cx="1929558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Hospital-wise Claims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068661" y="2935784"/>
            <a:ext cx="19295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hospitals by claim volume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918645"/>
            <a:ext cx="884513" cy="5465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82222" y="3918645"/>
            <a:ext cx="1929459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Pending / Manual Claims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782222" y="4727773"/>
            <a:ext cx="19294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Queue for manual review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7915" y="3918645"/>
            <a:ext cx="884513" cy="5465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68661" y="3918645"/>
            <a:ext cx="1929558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Settlement Report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5068661" y="4727773"/>
            <a:ext cx="192955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Amounts settled, pending, and rejected</a:t>
            </a:r>
            <a:endParaRPr lang="en-US" sz="14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5AF352-71AE-3745-40CF-9EA7CB4D0B53}"/>
              </a:ext>
            </a:extLst>
          </p:cNvPr>
          <p:cNvSpPr/>
          <p:nvPr/>
        </p:nvSpPr>
        <p:spPr>
          <a:xfrm>
            <a:off x="10664890" y="6344816"/>
            <a:ext cx="1527110" cy="513184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67FB98E-837E-6E21-5821-00A3AEC2C3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3859" y="1910396"/>
            <a:ext cx="4776570" cy="26577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1635323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 &amp; Future Scope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4" y="2539008"/>
            <a:ext cx="9331611" cy="3134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Conclusion: Centralized DB improves integrity, traceability &amp; reporting</a:t>
            </a:r>
            <a:endParaRPr lang="en-US" sz="20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Explainable decisioning reduces manual review and aids audits</a:t>
            </a:r>
            <a:endParaRPr lang="en-US" sz="20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Performance: efficient joins, indexed lookups, controlled transactions</a:t>
            </a:r>
            <a:endParaRPr lang="en-US" sz="20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scope: automated notifications, advanced analytics, mobile UI, fraud detection</a:t>
            </a:r>
            <a:endParaRPr lang="en-US" sz="20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 — Questions?</a:t>
            </a: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F53908-CCBD-E436-480C-5886B0B25CC8}"/>
              </a:ext>
            </a:extLst>
          </p:cNvPr>
          <p:cNvSpPr/>
          <p:nvPr/>
        </p:nvSpPr>
        <p:spPr>
          <a:xfrm>
            <a:off x="10664890" y="6344816"/>
            <a:ext cx="1527110" cy="513184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510</Words>
  <Application>Microsoft Office PowerPoint</Application>
  <PresentationFormat>Widescreen</PresentationFormat>
  <Paragraphs>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Petrona Bold</vt:lpstr>
      <vt:lpstr>Arial</vt:lpstr>
      <vt:lpstr>Inter 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HP Laptop</cp:lastModifiedBy>
  <cp:revision>3</cp:revision>
  <dcterms:created xsi:type="dcterms:W3CDTF">2026-10-06T17:55:31Z</dcterms:created>
  <dcterms:modified xsi:type="dcterms:W3CDTF">2026-10-07T04:40:17Z</dcterms:modified>
</cp:coreProperties>
</file>